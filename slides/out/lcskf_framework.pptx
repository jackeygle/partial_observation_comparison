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4000">
                <a:solidFill>
                  <a:srgbClr val="1A1A1A"/>
                </a:solidFill>
              </a:rPr>
              <a:t>Learned-covariance sequential Kalman filter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36289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>
                <a:solidFill>
                  <a:srgbClr val="5A5A5A"/>
                </a:solidFill>
              </a:rPr>
              <a:t>two networks, one differentiable Kalman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364992"/>
            <a:ext cx="2926080" cy="54864"/>
          </a:xfrm>
          <a:prstGeom prst="rect">
            <a:avLst/>
          </a:prstGeom>
          <a:solidFill>
            <a:srgbClr val="2E7D6E"/>
          </a:solidFill>
          <a:ln>
            <a:noFill/>
          </a:ln>
        </p:spPr>
        <p:txBody>
          <a:bodyPr wrap="none">
            <a:spAutoFit/>
          </a:bodyPr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05840" y="1371600"/>
            <a:ext cx="10180015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A filter needs two things: a forecast, and a sense of how far to trust it.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We learn both. One network predicts where the crowd will be. A second predicts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how uncertain that prediction is, cell by cell.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A differentiable Kalman layer fuses the two with whatever the robots happened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to see, and returns a full-field estimate together with a per-cell uncertainty.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Because the layer is differentiable, the whole thing trains end to end - which</a:t>
            </a:r>
          </a:p>
          <a:p>
            <a:pPr>
              <a:spcAft>
                <a:spcPts val="500"/>
              </a:spcAft>
            </a:pPr>
            <a:r>
              <a:rPr sz="1700">
                <a:solidFill>
                  <a:srgbClr val="1A1A1A"/>
                </a:solidFill>
              </a:rPr>
              <a:t>matters, because nobody can label a covariance directly.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11535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2600">
                <a:solidFill>
                  <a:srgbClr val="1A1A1A"/>
                </a:solidFill>
              </a:rPr>
              <a:t>The framework</a:t>
            </a:r>
          </a:p>
        </p:txBody>
      </p:sp>
      <p:pic>
        <p:nvPicPr>
          <p:cNvPr id="3" name="Picture 2" descr="lcskf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15588"/>
            <a:ext cx="6583680" cy="37925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406640" y="1371600"/>
            <a:ext cx="4144975" cy="2816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The robots see only part of the corridor.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The forecast covers all of it; the learned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uncertainty decides, cell by cell, whether to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move towards what was measured or to stay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with what was predicted.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/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It runs sequentially: each estimate becomes</a:t>
            </a:r>
          </a:p>
          <a:p>
            <a:pPr>
              <a:spcAft>
                <a:spcPts val="500"/>
              </a:spcAft>
            </a:pPr>
            <a:r>
              <a:rPr sz="1400">
                <a:solidFill>
                  <a:srgbClr val="1A1A1A"/>
                </a:solidFill>
              </a:rPr>
              <a:t>part of the next step's history.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