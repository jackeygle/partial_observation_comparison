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4000">
                <a:solidFill>
                  <a:srgbClr val="1A1A1A"/>
                </a:solidFill>
              </a:rPr>
              <a:t>The EnKF as shipped: what the analysis found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5A5A5A"/>
                </a:solidFill>
              </a:rPr>
              <a:t>two separate problems  —  the Kalman update barely acts on the forecast, and sigma carries no information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64992"/>
            <a:ext cx="2926080" cy="54864"/>
          </a:xfrm>
          <a:prstGeom prst="rect">
            <a:avLst/>
          </a:prstGeom>
          <a:solidFill>
            <a:srgbClr val="2E7D6E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>
                <a:solidFill>
                  <a:srgbClr val="1A1A1A"/>
                </a:solidFill>
              </a:rPr>
              <a:t>Overview: the EnKF's numbers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05840" y="1371600"/>
          <a:ext cx="10180015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6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EnKF, 7 test days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blind walkable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all walkable cells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ideal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0.263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0.275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-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spread / skill  (mean sigma / RMSE)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0.010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0.009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1.0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coverage of the nominal 90% interval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90%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005840" y="3090672"/>
            <a:ext cx="10180015" cy="248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For reference, the three learned methods score RMSE 0.222-0.230 on blind walkable cells.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Two separate problems behind these numbers:</a:t>
            </a:r>
          </a:p>
          <a:p>
            <a:pPr lvl="1"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A. point estimate - the Kalman update barely acts on the forecast</a:t>
            </a:r>
          </a:p>
          <a:p>
            <a:pPr lvl="1"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B. uncertainty - sigma carries no information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Everything that follows describes the configuration as shipped.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>
                <a:solidFill>
                  <a:srgbClr val="1A1A1A"/>
                </a:solidFill>
              </a:rPr>
              <a:t>A1. The Kalman gain ignores vx, vy and var: a localisation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180015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update() is called without the observed cell positions - by the original project's own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evaluation code as well as by ours - so it rebuilds them from the observation matrix: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 lvl="2"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observed_cells = [(i // W, i % W) for i in C.nonzero()[1]]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The state stacks the four channels one block after another. For a vx, vy or var observation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the column index i is offset by 1, 2 or 3 x H*W, so i // W is a row 36, 72 or 108 rows below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the grid. Its distance to its own cell is at least 36 &gt; localisation radius 7: weight 0.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4288536"/>
          <a:ext cx="10180015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03"/>
                <a:gridCol w="2036003"/>
                <a:gridCol w="2036003"/>
                <a:gridCol w="2036003"/>
                <a:gridCol w="2036003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vx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var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mean self-gain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9.5e-5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5276088"/>
            <a:ext cx="10180015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vx, vy and var observations never reach the state through the Kalman gain;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they still enter through the bias correction (A3).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5A5A5A"/>
                </a:solidFill>
              </a:rPr>
              <a:t>gain census: day atc-20130811, 400 frames, ensemble 100, radius 7, as shipped. Code: enkf_lab/pedpred/ENKF.py, LocalizedEnsembleKalmanFilter.update(); the original's own calls are enkf.step(C_joint, obs_vector, model=model)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>
                <a:solidFill>
                  <a:srgbClr val="1A1A1A"/>
                </a:solidFill>
              </a:rPr>
              <a:t>A2. Even for density the gain is ~1e-4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18001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K = P_xy @ pinv(P_yy),    P_yy = ensemble term + R (observation noise) + 1e-3 (hard-coded)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The ensemble term is a tiny share of that denominator: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2551176"/>
          <a:ext cx="101800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03"/>
                <a:gridCol w="2036003"/>
                <a:gridCol w="2036003"/>
                <a:gridCol w="2036003"/>
                <a:gridCol w="2036003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ensemble 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regularisation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ensemble share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4.3e-7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3.2e-3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1.0e-4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vx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1.3e-5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9.9e-2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1.3e-4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2.8e-6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7.4e-3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3.3e-4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var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1.8e-5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4.2e-5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1e-3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1.7e-2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4636008"/>
            <a:ext cx="1018001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The ensemble has collapsed (part B), so the filter trusts its forecast and all but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ignores the observations. For var the hard-coded 1e-3 is larger than the observation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noise itself. (vx, vy, var are listed for the denominator; their gain is already 0, A1.)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5A5A5A"/>
                </a:solidFill>
              </a:rPr>
              <a:t>gain census: day atc-20130811, 400 frames, ensemble 100, radius 7, as shipped; each term averaged over analysis steps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>
                <a:solidFill>
                  <a:srgbClr val="1A1A1A"/>
                </a:solidFill>
              </a:rPr>
              <a:t>A3. What does reduce the error: an undocumented bias correction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18001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Besides the Kalman gain, forecast() subtracts a moving average of (ensemble mean - observation),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at full strength. Not in the paper; the code comment reads "estimatin NN model bias".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Switching the two correction paths on and off separately: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05840" y="2551176"/>
          <a:ext cx="1018001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5003"/>
                <a:gridCol w="2545003"/>
                <a:gridCol w="2545003"/>
                <a:gridCol w="2545006"/>
              </a:tblGrid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arm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Kalman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bias correction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RMSE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0.255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0.175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0.255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</a:rPr>
                        <a:t>D  (as shipped)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</a:rPr>
                        <a:t>0.175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05840" y="4636008"/>
            <a:ext cx="10180015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C = A and D = B: the Kalman gain adds nothing; the ~32% error reduction is the bias correction.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Per channel, B vs A: density -62%, vx -6%, vy -21%, var -48% - it corrects all four channels.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Its size is ~1100x the Kalman increment.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21792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5A5A5A"/>
                </a:solidFill>
              </a:rPr>
              <a:t>arms: day atc-20130811, frames 500-2000, blind cells of the full grid, ensemble 100, radius 7, paired (one random stream); per-channel line: all cells. Bias / increment ratio: gain census, 400 frames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>
                <a:solidFill>
                  <a:srgbClr val="1A1A1A"/>
                </a:solidFill>
              </a:rPr>
              <a:t>B1. Symptom: sigma never moves</a:t>
            </a:r>
          </a:p>
        </p:txBody>
      </p:sp>
      <p:pic>
        <p:nvPicPr>
          <p:cNvPr id="3" name="Picture 2" descr="A_symp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36637"/>
            <a:ext cx="6583680" cy="35504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71600"/>
            <a:ext cx="4144975" cy="4133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grey  = actual density error, 0.03-0.22 all day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green = the sigma the EnKF reports: flat on the axis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It does not respond to anything, and it is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about 100x too small.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All four channels, spread / skill over 7 days: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density 0.004  vx 0.010  vy 0.010  var 0.022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sigma = spread of the 100 members at a cell. It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should be small where a robot just looked, large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where nobody has looked for a while.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5A5A5A"/>
                </a:solidFill>
              </a:rPr>
              <a:t>figure: density, day atc-20130811. Per-channel spread / skill: 7 test days, all grid cells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>
                <a:solidFill>
                  <a:srgbClr val="1A1A1A"/>
                </a:solidFill>
              </a:rPr>
              <a:t>B2. Cause: the ensemble collapses within ~5 frames</a:t>
            </a:r>
          </a:p>
        </p:txBody>
      </p:sp>
      <p:pic>
        <p:nvPicPr>
          <p:cNvPr id="3" name="Picture 2" descr="B_cau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6759"/>
            <a:ext cx="6583680" cy="379024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71600"/>
            <a:ext cx="4144975" cy="4462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y-axis = sigma / noise injected per step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Each step does two things: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the forecast model damps member differences by 65%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a little noise is added, np.full(H*W, s)</a:t>
            </a:r>
          </a:p>
          <a:p>
            <a:pPr lvl="2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- one number for the entire grid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After a few frames the ensemble holds only the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noise just added; everything else is gone.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The injection is a hard-coded 0.01 x Q.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Mean sigma / injected noise, 7 days:</a:t>
            </a:r>
          </a:p>
          <a:p>
            <a:pPr lvl="1"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density 2.0  vx 1.2  vy 1.3  var 1.0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21792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000">
                <a:solidFill>
                  <a:srgbClr val="5A5A5A"/>
                </a:solidFill>
              </a:rPr>
              <a:t>damping: methods/varnet/check_outputs/eval/enkf_spread_growth.json (verdict 'contractive')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>
                <a:solidFill>
                  <a:srgbClr val="1A1A1A"/>
                </a:solidFill>
              </a:rPr>
              <a:t>Summary: two separate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180015" cy="3803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A. The Kalman update barely acts on the forecast</a:t>
            </a:r>
          </a:p>
          <a:p>
            <a:pPr lvl="2"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A1  vx, vy and var observations get zero Kalman weight - a localisation bug</a:t>
            </a:r>
          </a:p>
          <a:p>
            <a:pPr lvl="2"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A2  the density gain is ~1e-4: the collapsed ensemble trusts its forecast</a:t>
            </a:r>
          </a:p>
          <a:p>
            <a:pPr lvl="2"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A3  the error reduction the filter does achieve is an undocumented bias correction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B. sigma carries no information</a:t>
            </a:r>
          </a:p>
          <a:p>
            <a:pPr lvl="2"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B1  flat all day and ~100x too small, in all four channels</a:t>
            </a:r>
          </a:p>
          <a:p>
            <a:pPr lvl="2"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B2  the ensemble collapses within ~5 frames onto the injected noise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Link: the collapse in B is also why the gain in A2 is so small.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Open: whether any of this was intended by the original authors cannot be told from the code.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