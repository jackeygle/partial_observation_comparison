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last bullet out loud even if nobody asks: it is the reason the prior matters at all for our problem. Roughly 38% of walkable cells carry no observation in a given frame, and their reconstruction comes only from Φ.</a:t>
            </a:r>
          </a:p>
          <a:p/>
          <a:p>
            <a:r>
              <a:t>α_obs and α_reg are learned alongside everything else, so the balance between the two terms is not hand-tuned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in the deck — everything else in the prior's design exists to protect this property.</a:t>
            </a:r>
          </a:p>
          <a:p/>
          <a:p>
            <a:r>
              <a:t>If asked how far it reaches: kernel 3x3x3 means +-1 frames in time and +-1 cells in space. Because phi is pointwise, that is the ENTIRE receptive field of one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in the code is psi -&gt; ReLU -&gt; Conv(1x1x1) -&gt; ReLU -&gt; Conv(1x1x1); the 1,188 parameters are the two convolutions..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mistake we made first and then fixed: blurring x, feeding blur and high-pass to two FULL-resolution branches. Both branches then had the same receptive field in real terms, which defeats the purpose. Now the coarse branch genuinely runs on the smaller grid.</a:t>
            </a:r>
          </a:p>
          <a:p/>
          <a:p>
            <a:r>
              <a:t>Caveat if pressed: with two scales the zero-centre property is no longer exact. Pooling folds x(s) into a coarse cell and Up spreads it back, so d|Phi(x)(s)|/dx(s) is 2e-2 on this model — 2% of what the identity would give, against exactly 0 for a single branch. Still far from reachable, but say 'effectively excluded', not 'excluded'. It is a property of Eq.10 itself; the paper does not quantify it. Measured by checks/check_paper_conformance.py.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observations help us far more than they help the filter (0.188 -&gt; 0.167 against 0.243 -&gt; 0.239).</a:t>
            </a:r>
          </a:p>
          <a:p/>
          <a:p>
            <a:r>
              <a:t>If asked why the filter barely improves: its ensemble spread is about 90x smaller than its actual error, so the Kalman gain is near zero and observations are largely ignored — measured, not inferred. Mention only if asked, and add that it is their configuration and we did not change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how solid the absolute numbers are, say it plainly: the EnKF's per-frame cost has measured anywhere from 130 to 290 ms across sessions on identical code, because every batch-csl node is shared and its k=1 pass runs for minutes, so it absorbs whatever else is on the node. 4DVarNet's is stable (3.3-3.8 ms) because each pass is seconds. The ratio between the methods is what survives that, and it is 40-80x in every session. No exclusive node was available to do better.</a:t>
            </a:r>
          </a:p>
          <a:p/>
          <a:p>
            <a:r>
              <a:t>The structural point the figure makes: the filter's cost tracks observation density because it pays a Kalman analysis per observed frame, while its forecast runs every frame either way (33 vs 32 ms). The solver's cost does not move at all (3.66 vs 3.63 ms) — it runs a fixed 20 iterations over the whole dense window.</a:t>
            </a:r>
          </a:p>
          <a:p/>
          <a:p>
            <a:r>
              <a:t>So denser observations widen the gap in speed as well as in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334D"/>
                </a:solidFill>
              </a:defRPr>
            </a:pPr>
            <a:r>
              <a:t>The dynamical prior  Φ</a:t>
            </a:r>
          </a:p>
          <a:p>
            <a:pPr>
              <a:defRPr sz="2000" b="0">
                <a:solidFill>
                  <a:srgbClr val="596677"/>
                </a:solidFill>
              </a:defRPr>
            </a:pPr>
            <a:r>
              <a:t>9,420 parameters   ·   0.5% of the model</a:t>
            </a:r>
          </a:p>
          <a:p>
            <a:pPr>
              <a:defRPr sz="1600" b="0">
                <a:solidFill>
                  <a:srgbClr val="596677"/>
                </a:solidFill>
              </a:defRPr>
            </a:pPr>
            <a:r>
              <a:t>Xinle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What the prior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98348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Not a forecaster: given x, it says what each frame SHOULD look like, judged from the frames around it.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Plausible x → x ≈ Φ(x), term small.  Impossible x → term large, solver pushed away.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The only route to cells no robot saw — the observation term is zero there.</a:t>
            </a:r>
          </a:p>
        </p:txBody>
      </p:sp>
      <p:pic>
        <p:nvPicPr>
          <p:cNvPr id="4" name="Picture 3" descr="genn_r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48" y="1188720"/>
            <a:ext cx="11521199" cy="3447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Inside Φ, part 1 — ψ, the one convolution that sees neighbours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1663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The output at a point never reads the input at that point.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Without it, Φ = identity drives ‖x − Φ(x)‖² to zero for EVERY x — the prior would constrain nothing.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The mask is re-applied every forward pass, so the optimiser cannot undo it.</a:t>
            </a:r>
          </a:p>
        </p:txBody>
      </p:sp>
      <p:pic>
        <p:nvPicPr>
          <p:cNvPr id="4" name="Picture 3" descr="genn_p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3" y="1115568"/>
            <a:ext cx="11512308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Inside Φ, part 2 — φ, pointwise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98348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Paper Sec. 3.2 requires it: every kernel size is 1.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A wider kernel would pull in a neighbour — which does depend on x(s) — and make the identity reachable again.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So all spatial and temporal context comes from ψ alone. Widening φ adds capacity, not reach.</a:t>
            </a:r>
          </a:p>
        </p:txBody>
      </p:sp>
      <p:pic>
        <p:nvPicPr>
          <p:cNvPr id="4" name="Picture 3" descr="genn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" y="1280160"/>
            <a:ext cx="11516106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Inside Φ, part 3 — two scales  (Eq.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1663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Each branch is a full ψ + φ (4,676 params), both zero-centre. Prior total 9,420.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Φ₁ runs AT 18×6, so its 3×3 kernel covers 6×6 fine cells — genuinely different scales.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Φ₂ takes x itself, not a high-pass residual; Up is learned, not interpolation.</a:t>
            </a:r>
          </a:p>
        </p:txBody>
      </p:sp>
      <p:pic>
        <p:nvPicPr>
          <p:cNvPr id="4" name="Picture 3" descr="genn_two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90" y="1078992"/>
            <a:ext cx="11517515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Where it stands —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7 held-out test days, 276,800 frames. Same frames and bounds for both methods; RMSE over the whole state.</a:t>
            </a:r>
          </a:p>
        </p:txBody>
      </p:sp>
      <p:pic>
        <p:nvPicPr>
          <p:cNvPr id="4" name="Picture 3" descr="result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255" y="1051560"/>
            <a:ext cx="797158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Where it stands — inference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One node, 4 cores, no GPU either side. EnKF is its optimised implementation, bit-identical to the original.</a:t>
            </a:r>
          </a:p>
        </p:txBody>
      </p:sp>
      <p:pic>
        <p:nvPicPr>
          <p:cNvPr id="4" name="Picture 3" descr="results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492" y="1051560"/>
            <a:ext cx="9121966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