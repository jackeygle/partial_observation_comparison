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a4 was left unfinished earlier and has now been completed to epoch 100 and evaluated, so there are no partial runs left.</a:t>
            </a:r>
          </a:p>
          <a:p/>
          <a:p>
            <a:r>
              <a:t>The inference figures quoted for b0 and a2 are the 4-core CPU benchmark, which is the convention used throughout. a4 was never benchmarked on CPU; on a matched A100 it is 3.1x b0's architecture, but that is a different measurement and should not be mixed with the CPU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corrects an expectation I had going in: I assumed capacity would saturate somewhere near 30k parameters and that a4 would confirm it. It did not — a4 is the most accurate of the three.</a:t>
            </a:r>
          </a:p>
          <a:p/>
          <a:p>
            <a:r>
              <a:t>The prior is a small fraction of the model either way: even a4's 54,220 is 2.6% of the 2.1M total, almost all of which is the ConvLSTM solver. So this is not a story about model size, it is about the prior specifically.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jump lands two epochs after the curriculum raises the solver from 10 to 15 iterations. A longer unrolled gradient path through a larger prior is the obvious suspect and --clip-grad 1.0 did not contain it, but this is one run at one capacity — a mechanism worth stating as a hypothesis, not a conclusion.</a:t>
            </a:r>
          </a:p>
          <a:p/>
          <a:p>
            <a:r>
              <a:t>The practical consequence is what matters: the accuracy advantage on the previous slide comes from a checkpoint taken before the instability, so it is real but it was not obtained by a training procedure I would rely on. b0 delivers within 3% of it, trains monotonically, and runs 2-3x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answer to 'why pay 1.8% accuracy'.</a:t>
            </a:r>
          </a:p>
          <a:p/>
          <a:p>
            <a:r>
              <a:t>These numbers are from after the head's sigma^2 floor was removed — same five checkpoints, no retraining, sigma^2 = softplus(head).  A floorless retrain (runs/varnet_nf5_s*) is running now; if it moves these numbers it will move them in the observed cells, which is where the mismatch is. Anyone who saw an earlier version of this slide saw different figures.</a:t>
            </a:r>
          </a:p>
          <a:p/>
          <a:p>
            <a:r>
              <a:t>The member spread is not optional: the learnt sigma alone is calibrated at 0.65 with 76.9% coverage and its NLL diverges, because nothing floors a member that claims certainty. That question used to be open and is now settled.</a:t>
            </a:r>
          </a:p>
          <a:p/>
          <a:p>
            <a:r>
              <a:t>The EnKF's spread is its own project's configuration, unmodified.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EnKF number is its own project's configuration, unmodified — worth saying before it is asked.</a:t>
            </a:r>
          </a:p>
          <a:p/>
          <a:p>
            <a:r>
              <a:t>Open items, none of them blocking: no CPU benchmark for a4; no uncertainty measured at k=4 for our side; and whether the 5-member ensemble is needed at all, given how closely the members 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28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334D"/>
                </a:solidFill>
              </a:defRPr>
            </a:pPr>
            <a:r>
              <a:t>Training results</a:t>
            </a:r>
          </a:p>
          <a:p>
            <a:pPr>
              <a:defRPr sz="2000" b="0">
                <a:solidFill>
                  <a:srgbClr val="596677"/>
                </a:solidFill>
              </a:defRPr>
            </a:pPr>
            <a:r>
              <a:t>Four configurations of the reconstruction, 5 ensemble members, all on the same 7 held-out test days</a:t>
            </a:r>
          </a:p>
          <a:p>
            <a:pPr>
              <a:defRPr sz="1600" b="0">
                <a:solidFill>
                  <a:srgbClr val="596677"/>
                </a:solidFill>
              </a:defRPr>
            </a:pPr>
            <a:r>
              <a:t>Xinle Zhang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What has been trained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0334D"/>
                </a:solidFill>
              </a:defRPr>
            </a:pPr>
            <a:r>
              <a:t>b0   prior 9,420 params  (hidden 32, kt 3)   —   MODEL OF RECORD</a:t>
            </a:r>
          </a:p>
          <a:p>
            <a:pPr lvl="1">
              <a:spcAft>
                <a:spcPts val="600"/>
              </a:spcAft>
              <a:defRPr sz="1200">
                <a:solidFill>
                  <a:srgbClr val="596677"/>
                </a:solidFill>
              </a:defRPr>
            </a:pPr>
            <a:r>
              <a:t>full-state RMSE 0.1702 (k=1) / 0.1891 (k=4); best epoch 145 of 150, still improving when it stopped</a:t>
            </a:r>
          </a:p>
          <a:p>
            <a:pPr>
              <a:spcBef>
                <a:spcPts val="900"/>
              </a:spcBef>
              <a:spcAft>
                <a:spcPts val="600"/>
              </a:spcAft>
              <a:defRPr sz="1400">
                <a:solidFill>
                  <a:srgbClr val="20334D"/>
                </a:solidFill>
              </a:defRPr>
            </a:pPr>
            <a:r>
              <a:t>a2   prior 32,076 params  (hidden 64, kt 5)</a:t>
            </a:r>
          </a:p>
          <a:p>
            <a:pPr lvl="1">
              <a:spcAft>
                <a:spcPts val="600"/>
              </a:spcAft>
              <a:defRPr sz="1200">
                <a:solidFill>
                  <a:srgbClr val="596677"/>
                </a:solidFill>
              </a:defRPr>
            </a:pPr>
            <a:r>
              <a:t>RMSE 0.1666 / 0.1883  —  2.1% better than b0 at k=1, for 3.4x the prior and 2.15x the inference time (3.66 -&gt; 7.86 ms/frame, same 4-core CPU)</a:t>
            </a:r>
          </a:p>
          <a:p>
            <a:pPr>
              <a:spcBef>
                <a:spcPts val="900"/>
              </a:spcBef>
              <a:spcAft>
                <a:spcPts val="600"/>
              </a:spcAft>
              <a:defRPr sz="1400">
                <a:solidFill>
                  <a:srgbClr val="20334D"/>
                </a:solidFill>
              </a:defRPr>
            </a:pPr>
            <a:r>
              <a:t>a4   prior 54,220 params  (hidden 96, kt 5)</a:t>
            </a:r>
          </a:p>
          <a:p>
            <a:pPr lvl="1">
              <a:spcAft>
                <a:spcPts val="600"/>
              </a:spcAft>
              <a:defRPr sz="1200">
                <a:solidFill>
                  <a:srgbClr val="596677"/>
                </a:solidFill>
              </a:defRPr>
            </a:pPr>
            <a:r>
              <a:t>RMSE 0.1648 / 0.1870  —  the best accuracy of the three, but its training destabilised at epoch 52 and never recovered</a:t>
            </a:r>
          </a:p>
          <a:p>
            <a:pPr>
              <a:spcBef>
                <a:spcPts val="900"/>
              </a:spcBef>
              <a:spcAft>
                <a:spcPts val="600"/>
              </a:spcAft>
              <a:defRPr sz="1400">
                <a:solidFill>
                  <a:srgbClr val="20334D"/>
                </a:solidFill>
              </a:defRPr>
            </a:pPr>
            <a:r>
              <a:t>ml5   b0's architecture, trained on the Gaussian NLL, 5 members</a:t>
            </a:r>
          </a:p>
          <a:p>
            <a:pPr lvl="1">
              <a:spcAft>
                <a:spcPts val="600"/>
              </a:spcAft>
              <a:defRPr sz="1200">
                <a:solidFill>
                  <a:srgbClr val="596677"/>
                </a:solidFill>
              </a:defRPr>
            </a:pPr>
            <a:r>
              <a:t>RMSE 0.1732 ± 0.0005  —  +1.8% against b0, in exchange for a calibrated per-cell uncertainty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Prior capacity has not saturated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7150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0334D"/>
                </a:solidFill>
              </a:defRPr>
            </a:pPr>
            <a:r>
              <a:t>From 9,420 to 54,220 prior parameters — 5.8x — the full-state RMSE falls 3.2%, and it is still descending. Accuracy alone would argue for the largest prior.</a:t>
            </a:r>
          </a:p>
        </p:txBody>
      </p:sp>
      <p:pic>
        <p:nvPicPr>
          <p:cNvPr id="4" name="Picture 3" descr="train_capa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1119599"/>
            <a:ext cx="7863840" cy="43719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But the largest prior does not train reliably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7150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0334D"/>
                </a:solidFill>
              </a:defRPr>
            </a:pPr>
            <a:r>
              <a:t>a4's best epoch is 50. At epoch 52 its blind-zone error jumps 29% and stays above its own starting point for the remaining 47 epochs — the 16 epochs added to finish the run changed nothing. b0 trains smoothly throughout.</a:t>
            </a:r>
          </a:p>
        </p:txBody>
      </p:sp>
      <p:pic>
        <p:nvPicPr>
          <p:cNvPr id="4" name="Picture 3" descr="train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1114740"/>
            <a:ext cx="8229600" cy="43816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What the NLL objective bought: a usable 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6766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20334D"/>
                </a:solidFill>
              </a:defRPr>
            </a:pPr>
            <a:r>
              <a:t>spread / skill   —   ideal is 1.0</a:t>
            </a:r>
          </a:p>
          <a:p>
            <a:pPr lvl="1">
              <a:spcAft>
                <a:spcPts val="600"/>
              </a:spcAft>
              <a:defRPr sz="1150">
                <a:solidFill>
                  <a:srgbClr val="596677"/>
                </a:solidFill>
              </a:defRPr>
            </a:pPr>
            <a:r>
              <a:t>ours 0.87 overall, 0.99 in the blind cells   ·   EnKF 0.011</a:t>
            </a:r>
          </a:p>
          <a:p>
            <a:pPr>
              <a:spcBef>
                <a:spcPts val="900"/>
              </a:spcBef>
              <a:spcAft>
                <a:spcPts val="600"/>
              </a:spcAft>
              <a:defRPr sz="1350">
                <a:solidFill>
                  <a:srgbClr val="20334D"/>
                </a:solidFill>
              </a:defRPr>
            </a:pPr>
            <a:r>
              <a:t>90% interval actually contains   —   ideal is 90%</a:t>
            </a:r>
          </a:p>
          <a:p>
            <a:pPr lvl="1">
              <a:spcAft>
                <a:spcPts val="600"/>
              </a:spcAft>
              <a:defRPr sz="1150">
                <a:solidFill>
                  <a:srgbClr val="596677"/>
                </a:solidFill>
              </a:defRPr>
            </a:pPr>
            <a:r>
              <a:t>ours 93.8%   ·   EnKF 2.2%</a:t>
            </a:r>
          </a:p>
          <a:p>
            <a:pPr>
              <a:spcBef>
                <a:spcPts val="900"/>
              </a:spcBef>
              <a:spcAft>
                <a:spcPts val="600"/>
              </a:spcAft>
              <a:defRPr sz="1350">
                <a:solidFill>
                  <a:srgbClr val="20334D"/>
                </a:solidFill>
              </a:defRPr>
            </a:pPr>
            <a:r>
              <a:t>does sigma know WHERE it is unsure?</a:t>
            </a:r>
          </a:p>
          <a:p>
            <a:pPr lvl="1">
              <a:spcAft>
                <a:spcPts val="600"/>
              </a:spcAft>
              <a:defRPr sz="1150">
                <a:solidFill>
                  <a:srgbClr val="596677"/>
                </a:solidFill>
              </a:defRPr>
            </a:pPr>
            <a:r>
              <a:t>ours: 0.1960 in blind cells against 0.1177 in observed ones (1.67x)</a:t>
            </a:r>
          </a:p>
          <a:p>
            <a:pPr lvl="1">
              <a:spcAft>
                <a:spcPts val="600"/>
              </a:spcAft>
              <a:defRPr sz="1150">
                <a:solidFill>
                  <a:srgbClr val="596677"/>
                </a:solidFill>
              </a:defRPr>
            </a:pPr>
            <a:r>
              <a:t>EnKF: 0.0025 against 0.0025 — identical, it cannot tell them apart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98348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20334D"/>
                </a:solidFill>
              </a:defRPr>
            </a:pPr>
            <a:r>
              <a:t>The blind cells — the ones this exists for — are close to ideal at 0.99. The observed cells are over-confident at 0.71, so we are not uniformly on the safe side; the EnKF is over-confident everywhere by roughly 90x.</a:t>
            </a:r>
          </a:p>
          <a:p>
            <a:pPr>
              <a:spcAft>
                <a:spcPts val="600"/>
              </a:spcAft>
              <a:defRPr sz="1350">
                <a:solidFill>
                  <a:srgbClr val="20334D"/>
                </a:solidFill>
              </a:defRPr>
            </a:pPr>
            <a:r>
              <a:t>Structurally the matched comparison is against the members' disagreement alone: 0.0890 against the EnKF's 0.0025.</a:t>
            </a:r>
          </a:p>
        </p:txBody>
      </p:sp>
      <p:pic>
        <p:nvPicPr>
          <p:cNvPr id="5" name="Picture 4" descr="unc_reli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067755"/>
            <a:ext cx="3977639" cy="37075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Where the reconstruction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62356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0334D"/>
                </a:solidFill>
              </a:defRPr>
            </a:pPr>
            <a:r>
              <a:t>Against the EnKF baseline at k=1: b0 is 28.7% better, and the NLL variant 27.5% better while also reporting a per-cell uncertainty. The 5 members agree to within 0.3%.</a:t>
            </a:r>
          </a:p>
        </p:txBody>
      </p:sp>
      <p:pic>
        <p:nvPicPr>
          <p:cNvPr id="4" name="Picture 3" descr="train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1098941"/>
            <a:ext cx="8229600" cy="430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