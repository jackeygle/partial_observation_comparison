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last point deliberately: it is the first hint of what slide 5 explains.</a:t>
            </a:r>
          </a:p>
          <a:p/>
          <a:p>
            <a:r>
              <a:t>One gap to own if asked: test_metrics_enkf_k*.json does not record which of the three copies (orig / lab / opt) produced it, so 'the optimised implementation' currently rests on the process record rather than on the file. The numbers are unaffected -- verify_enkf_opt.py proves the three are bit-identical -- and I am adding the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question to put to the meeting: deep ensembles is an uncertainty RECIPE, not a separate reconstruction method — we applied it to our own 4DVarNet. If the three-way benchmark is meant to have three independent RECONSTRUCTION methods, that is a different search and I should know now.</a:t>
            </a:r>
          </a:p>
          <a:p/>
          <a:p>
            <a:r>
              <a:t>Cost detail if asked: the variance head is 548 parameters, 0.03% of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numbers are from after the head's sigma^2 floor was removed, so they differ from any earlier version of this deck. No retraining — the same five checkpoints with sigma^2 = softplus(head).  A floorless retrain (runs/varnet_nf5_s*) is running now; if it moves these numbers it will move them in the observed cells, which is where the mismatch is.</a:t>
            </a:r>
          </a:p>
          <a:p/>
          <a:p>
            <a:r>
              <a:t>The member spread is not optional. The learnt sigma alone scores 0.65 spread/skill against the five-member 0.87, and its NLL diverges, because with nothing flooring it a single member can claim a sigma near zero. While the floor existed the aleatoric-only variant was the better calibrated of the two, so this used to look like a way to cut inference 5x. It is not any more.</a:t>
            </a:r>
          </a:p>
          <a:p/>
          <a:p>
            <a:r>
              <a:t>The learned sigma also knows where it is unsure: 0.1960 in blind cells against 0.1177 in observed ones. The EnKF's is 0.0025 against 0.0025 — 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strongest technical content in the deck. The chain, all measured: the surrogate removes ~65% of member disagreement per step; the filter injects 0.0022 per step; the equilibrium spread is 0.0025, which is what we observe. With spread that small the Kalman gain is near zero, so observations are barely assimilated -- which is why slide 2's k=1 and k=4 look the same, and why the accuracy suffers too.</a:t>
            </a:r>
          </a:p>
          <a:p/>
          <a:p>
            <a:r>
              <a:t>If pushed to fix it: matching the true error would need ~100x the injected noise, i.e. adding noise of the same magnitude as the state itself every step. Inflation would need ~2.9 against a normal range of 1.02-1.2.</a:t>
            </a:r>
          </a:p>
          <a:p/>
          <a:p>
            <a:r>
              <a:t>The honest limit of the claim: this is about a deterministic neural surrogate as the forecast model, not about ensemble filters in general.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open question about what 'three-way' means -- it is the one thing only the supervisor can answer, and it determines the next two weeks.</a:t>
            </a:r>
          </a:p>
          <a:p/>
          <a:p>
            <a:r>
              <a:t>One item that used to be on this list is now settled: whether the five members are needed. With the sigma^2 floor removed the learnt sigma alone is badly calibrated and its NLL diverges, so the member spread is load-bearing. They stay.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28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334D"/>
                </a:solidFill>
              </a:defRPr>
            </a:pPr>
            <a:r>
              <a:t>Uncertainty: completing the EnKF evaluation, and a third method</a:t>
            </a:r>
          </a:p>
          <a:p>
            <a:pPr>
              <a:defRPr sz="2000" b="0">
                <a:solidFill>
                  <a:srgbClr val="596677"/>
                </a:solidFill>
              </a:defRPr>
            </a:pPr>
            <a:r>
              <a:t>Both tasks done — 7-day EnKF evaluation at k=1 and k=4, and deep ensembles implemented and compared</a:t>
            </a:r>
          </a:p>
          <a:p>
            <a:pPr>
              <a:defRPr sz="1600" b="0">
                <a:solidFill>
                  <a:srgbClr val="596677"/>
                </a:solidFill>
              </a:defRPr>
            </a:pPr>
            <a:r>
              <a:t>Xinle Zhang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34D"/>
                </a:solidFill>
              </a:defRPr>
            </a:pPr>
            <a:r>
              <a:t>Task 1 — the optimised EnKF, 7 days, both observation densities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0334D"/>
                </a:solidFill>
              </a:defRPr>
            </a:pPr>
            <a:r>
              <a:t>Accuracy and uncertainty both complete, on all 7 held-out test days (479,594,304 points per setting).</a:t>
            </a:r>
          </a:p>
          <a:p>
            <a:pPr lvl="1">
              <a:spcBef>
                <a:spcPts val="900"/>
              </a:spcBef>
              <a:spcAft>
                <a:spcPts val="600"/>
              </a:spcAft>
              <a:defRPr sz="1300">
                <a:solidFill>
                  <a:srgbClr val="596677"/>
                </a:solidFill>
              </a:defRPr>
            </a:pPr>
            <a:r>
              <a:t>k=1 (every frame observed)     RMSE 0.2388   CRPS 0.1472   spread/skill 0.011   90% coverage 2.24%</a:t>
            </a:r>
          </a:p>
          <a:p>
            <a:pPr lvl="1">
              <a:spcAft>
                <a:spcPts val="600"/>
              </a:spcAft>
              <a:defRPr sz="1300">
                <a:solidFill>
                  <a:srgbClr val="596677"/>
                </a:solidFill>
              </a:defRPr>
            </a:pPr>
            <a:r>
              <a:t>k=4 (every 4th frame)          RMSE 0.2428   CRPS 0.1475   spread/skill 0.010   90% coverage 1.99%</a:t>
            </a:r>
          </a:p>
          <a:p>
            <a:pPr>
              <a:spcBef>
                <a:spcPts val="900"/>
              </a:spcBef>
              <a:spcAft>
                <a:spcPts val="600"/>
              </a:spcAft>
              <a:defRPr sz="1500">
                <a:solidFill>
                  <a:srgbClr val="20334D"/>
                </a:solidFill>
              </a:defRPr>
            </a:pPr>
            <a:r>
              <a:t>Four times the observations changes almost nothing: RMSE moves 1.7%, CRPS 0.2%. Together with the Kalman correction accounting for 0.22% of the forecast error, this says the observations are barely entering the state.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34D"/>
                </a:solidFill>
              </a:defRPr>
            </a:pPr>
            <a:r>
              <a:t>Task 2 — the third method: deep ensembles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0334D"/>
                </a:solidFill>
              </a:defRPr>
            </a:pPr>
            <a:r>
              <a:t>Lakshminarayanan, Pritzel &amp; Blundell, NeurIPS 2017 (arXiv:1612.01474). Chosen because it is the standard against which uncertainty methods are measured, and because it needs no change to the reconstruction itself.</a:t>
            </a:r>
          </a:p>
          <a:p>
            <a:pPr>
              <a:spcBef>
                <a:spcPts val="900"/>
              </a:spcBef>
              <a:spcAft>
                <a:spcPts val="600"/>
              </a:spcAft>
              <a:defRPr sz="1500">
                <a:solidFill>
                  <a:srgbClr val="20334D"/>
                </a:solidFill>
              </a:defRPr>
            </a:pPr>
            <a:r>
              <a:t>The recipe, and what we implemented</a:t>
            </a:r>
          </a:p>
          <a:p>
            <a:pPr lvl="1">
              <a:spcAft>
                <a:spcPts val="600"/>
              </a:spcAft>
              <a:defRPr sz="1300">
                <a:solidFill>
                  <a:srgbClr val="596677"/>
                </a:solidFill>
              </a:defRPr>
            </a:pPr>
            <a:r>
              <a:t>each network predicts a mean AND a variance, and is trained on the Gaussian NLL instead of MSE (their Eq.1) — a proper scoring rule, so it rewards a calibrated sigma rather than merely a small error</a:t>
            </a:r>
          </a:p>
          <a:p>
            <a:pPr lvl="1">
              <a:spcAft>
                <a:spcPts val="600"/>
              </a:spcAft>
              <a:defRPr sz="1300">
                <a:solidFill>
                  <a:srgbClr val="596677"/>
                </a:solidFill>
              </a:defRPr>
            </a:pPr>
            <a:r>
              <a:t>5 members, differing only in initialisation (5 trained, 150 epochs each, ~79 GPU-hours); combined by their Sec. 2.4 moment matching</a:t>
            </a:r>
          </a:p>
          <a:p>
            <a:pPr lvl="1">
              <a:spcAft>
                <a:spcPts val="600"/>
              </a:spcAft>
              <a:defRPr sz="1300">
                <a:solidFill>
                  <a:srgbClr val="596677"/>
                </a:solidFill>
              </a:defRPr>
            </a:pPr>
            <a:r>
              <a:t>adversarial training (their Sec. 2.3) skipped: optional, and their Table 2 states it does not help on regression</a:t>
            </a:r>
          </a:p>
          <a:p>
            <a:pPr>
              <a:spcBef>
                <a:spcPts val="900"/>
              </a:spcBef>
              <a:spcAft>
                <a:spcPts val="600"/>
              </a:spcAft>
              <a:defRPr sz="1500">
                <a:solidFill>
                  <a:srgbClr val="20334D"/>
                </a:solidFill>
              </a:defRPr>
            </a:pPr>
            <a:r>
              <a:t>The variational cost J(x) is untouched — only the training loss changed, which is a substitution 4DVarNet explicitly allows. The solver still descends the gradient of the cost, computed from observations alone.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34D"/>
                </a:solidFill>
              </a:defRPr>
            </a:pPr>
            <a:r>
              <a:t>Result — better on accuracy and on uncertainty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66344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0334D"/>
                </a:solidFill>
              </a:defRPr>
            </a:pPr>
            <a:r>
              <a:t>RMSE 0.1832 against 0.2388 (23% better); CRPS 0.0727 against 0.1472 (51% better).</a:t>
            </a:r>
          </a:p>
          <a:p>
            <a:pPr>
              <a:spcAft>
                <a:spcPts val="600"/>
              </a:spcAft>
              <a:defRPr sz="1400">
                <a:solidFill>
                  <a:srgbClr val="20334D"/>
                </a:solidFill>
              </a:defRPr>
            </a:pPr>
            <a:r>
              <a:t>Calibration: spread/skill 0.87 against 0.011 (1.0 is perfect), and 0.99 in the blind cells, which is where it has to work. The observed cells are over-confident at 0.71 — we are not uniformly on the safe side.</a:t>
            </a:r>
          </a:p>
          <a:p>
            <a:pPr>
              <a:spcAft>
                <a:spcPts val="600"/>
              </a:spcAft>
              <a:defRPr sz="1400">
                <a:solidFill>
                  <a:srgbClr val="20334D"/>
                </a:solidFill>
              </a:defRPr>
            </a:pPr>
            <a:r>
              <a:t>Cost of the change: full-state RMSE 0.1599 -&gt; 0.1616, +1.1% at matched epochs. The paper reports a median penalty of 5.6% for the same trade.</a:t>
            </a:r>
          </a:p>
        </p:txBody>
      </p:sp>
      <p:pic>
        <p:nvPicPr>
          <p:cNvPr id="4" name="Picture 3" descr="unc_sc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35" y="1051560"/>
            <a:ext cx="7793409" cy="3401568"/>
          </a:xfrm>
          <a:prstGeom prst="rect">
            <a:avLst/>
          </a:prstGeom>
        </p:spPr>
      </p:pic>
      <p:pic>
        <p:nvPicPr>
          <p:cNvPr id="5" name="Picture 4" descr="unc_reliabi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1052059"/>
            <a:ext cx="3246120" cy="30256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34D"/>
                </a:solidFill>
              </a:defRPr>
            </a:pPr>
            <a:r>
              <a:t>Why the EnKF's uncertainty fails — and why tuning would not fix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02920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0334D"/>
                </a:solidFill>
              </a:defRPr>
            </a:pPr>
            <a:r>
              <a:t>Its uncertainty IS the ensemble spread, and the forecast model removes member disagreement faster than any noise term can restore it.</a:t>
            </a:r>
          </a:p>
          <a:p>
            <a:pPr>
              <a:spcAft>
                <a:spcPts val="600"/>
              </a:spcAft>
              <a:defRPr sz="1400">
                <a:solidFill>
                  <a:srgbClr val="20334D"/>
                </a:solidFill>
              </a:defRPr>
            </a:pPr>
            <a:r>
              <a:t>So the collapse is structural, not a bad setting: a deterministic surrogate trained to minimise prediction error is trained to be contractive, which is exactly what an ensemble needs it not to be.</a:t>
            </a:r>
          </a:p>
          <a:p>
            <a:pPr>
              <a:spcAft>
                <a:spcPts val="600"/>
              </a:spcAft>
              <a:defRPr sz="1400">
                <a:solidFill>
                  <a:srgbClr val="20334D"/>
                </a:solidFill>
              </a:defRPr>
            </a:pPr>
            <a:r>
              <a:t>This is why we did not retune the baseline. Raising the inflation or the process noise buys spread only by corrupting the forecast.</a:t>
            </a:r>
          </a:p>
        </p:txBody>
      </p:sp>
      <p:pic>
        <p:nvPicPr>
          <p:cNvPr id="4" name="Picture 3" descr="unc_spread_dec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1781" y="1097280"/>
            <a:ext cx="6157956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34D"/>
                </a:solidFill>
              </a:defRPr>
            </a:pPr>
            <a:r>
              <a:t>Where this leaves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0334D"/>
                </a:solidFill>
              </a:defRPr>
            </a:pPr>
            <a:r>
              <a:t>Settled</a:t>
            </a:r>
          </a:p>
          <a:p>
            <a:pPr lvl="1">
              <a:spcAft>
                <a:spcPts val="600"/>
              </a:spcAft>
              <a:defRPr sz="1300">
                <a:solidFill>
                  <a:srgbClr val="596677"/>
                </a:solidFill>
              </a:defRPr>
            </a:pPr>
            <a:r>
              <a:t>the EnKF evaluation is complete at both observation densities, and the comparison is favourable on every metric we measured</a:t>
            </a:r>
          </a:p>
          <a:p>
            <a:pPr lvl="1">
              <a:spcAft>
                <a:spcPts val="600"/>
              </a:spcAft>
              <a:defRPr sz="1300">
                <a:solidFill>
                  <a:srgbClr val="596677"/>
                </a:solidFill>
              </a:defRPr>
            </a:pPr>
            <a:r>
              <a:t>the uncertainty is calibrated and it is informative — it is larger in cells no robot saw (0.196) than in observed ones (0.118), and it beats a constant-sigma null model on CRPS (0.0727 against 0.0861)</a:t>
            </a:r>
          </a:p>
          <a:p>
            <a:pPr>
              <a:spcBef>
                <a:spcPts val="900"/>
              </a:spcBef>
              <a:spcAft>
                <a:spcPts val="600"/>
              </a:spcAft>
              <a:defRPr sz="1500">
                <a:solidFill>
                  <a:srgbClr val="20334D"/>
                </a:solidFill>
              </a:defRPr>
            </a:pPr>
            <a:r>
              <a:t>Open</a:t>
            </a:r>
          </a:p>
          <a:p>
            <a:pPr lvl="1">
              <a:spcAft>
                <a:spcPts val="600"/>
              </a:spcAft>
              <a:defRPr sz="1300">
                <a:solidFill>
                  <a:srgbClr val="596677"/>
                </a:solidFill>
              </a:defRPr>
            </a:pPr>
            <a:r>
              <a:t>the observed cells are over-confident at 0.71 spread/skill while the blind cells sit at 0.99. The heads were fitted WITH a sigma^2 floor and are being read without one; a floorless retrain (runs/varnet_nf5_s*) is running now and should say whether that split is the cause</a:t>
            </a:r>
          </a:p>
          <a:p>
            <a:pPr lvl="1">
              <a:spcAft>
                <a:spcPts val="600"/>
              </a:spcAft>
              <a:defRPr sz="1300">
                <a:solidFill>
                  <a:srgbClr val="596677"/>
                </a:solidFill>
              </a:defRPr>
            </a:pPr>
            <a:r>
              <a:t>we have no 4DVarNet uncertainty at k=4; given that the EnKF barely moves between k=1 and k=4, the value of adding it looks low against 79 more GPU-hours</a:t>
            </a:r>
          </a:p>
          <a:p>
            <a:pPr lvl="1">
              <a:spcAft>
                <a:spcPts val="600"/>
              </a:spcAft>
              <a:defRPr sz="1300">
                <a:solidFill>
                  <a:srgbClr val="596677"/>
                </a:solidFill>
              </a:defRPr>
            </a:pPr>
            <a:r>
              <a:t>is the three-way benchmark meant to compare three reconstruction methods, or three uncertainty treatments? That decides the next 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