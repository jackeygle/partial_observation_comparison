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 axis — the numbers span four orders of magnitude. The red line is the real-time budget. Lead with the 52x same-CPU number, not the GPU one.</a:t>
            </a:r>
          </a:p>
          <a:p/>
          <a:p>
            <a:r>
              <a:t>If asked how it was measured: one job, one node, the same 200 frames for every method; the six measurements run serially and INTERLEAVED (A B C A B C A B C) rather than blocked, so a shift in the node's background load spreads over all methods instead of landing on one and reading as a method difference; one untimed warm-up each; 3 timed repeats; max run-to-run spread 2.0%. The node was shared, not exclusive — no node in batch-csl (0 of 48 idle) or gpu-h200 was free, and interleaving plus repeats converts that contention from a hidden bias into a reported spread. Observation-matrix construction is outside the timed region: that is our driver's bookkeeping, not the filter's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Raise this before they find it in the code. Framing: a useful finding for their project — a 20x speed-up with unchanged results — not a criticism. And it is why the headline comparison uses the 131 ms figure.</a:t>
            </a:r>
          </a:p>
          <a:p/>
          <a:p>
            <a:r>
              <a:t>Detail if asked: the localization matrix is built by a four-deep Python loop over 252 observations x 4 channels x 36 x 12 = 435,456 iterations, and update() calls it twice per step with the same argument. It ran at 3.7 of 16 cores — serial Python, so more CPUs would not have helped. Verification: same call on real observed cells through both copies, np.array_equal, plus a full-day run. We vendored a read-only reference copy (enkf_lab) and changed a separate experiment copy (enkf_opt) inside our own repository; Partial_observation itself is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whether the gaps are reliable: on every one of the 7 days the ordering is the same, with no exception — 4DVarNet beats the filter on all seven, and every-frame beats every-4th-frame on all seven. Day-to-day spread is 0.011 / 0.007 / 0.011 RMSE respectively, several times smaller than the gaps themselves.</a:t>
            </a:r>
          </a:p>
          <a:p/>
          <a:p>
            <a:r>
              <a:t>Reading the table out loud, if useful: at the same observation density 4DVarNet's error is 39% lower than the filter's (MSE 0.0591 vs 0.0359); observing every frame lowers it a further 19% at no inference cost.</a:t>
            </a:r>
          </a:p>
          <a:p/>
          <a:p>
            <a:r>
              <a:t>The EnKF's every-frame run is genuinely still going: its original implementation needs ~4.8 s per frame, so one test day is ~53 hours. Do not present the empty cell as a result either way.</a:t>
            </a:r>
          </a:p>
          <a:p/>
          <a:p>
            <a:r>
              <a:t>If asked whether this is overfitting: the same k comparison on the TRAINING days gives 24% against 19% here, so the gain carries over to unseen days.</a:t>
            </a:r>
          </a:p>
          <a:p/>
          <a:p>
            <a:r>
              <a:t>If asked how much gets observed: 11.7% of all 36x12 cells at every 4th frame, 46.9% at every frame; relative to the 290 walkable cells it is 17.5% and 69.8%. The robots run a fixed seeded A* route, so coverage is identical on every test day.</a:t>
            </a:r>
          </a:p>
          <a:p/>
          <a:p>
            <a:r>
              <a:t>If asked about the blind zone specifically: restricted to cells never observed, 4DVarNet goes 0.195 -&gt; 0.184 — a smaller gain, since full-state RMSE also improves simply by moving cells into the observed set.</a:t>
            </a:r>
          </a:p>
          <a:p/>
          <a:p>
            <a:r>
              <a:t>Earlier per-epoch figures came from the training split and are not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speed result is the message today; this slide is just to show the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334D"/>
                </a:solidFill>
              </a:defRPr>
            </a:pPr>
            <a:r>
              <a:t>4DVarNet inference speed</a:t>
            </a:r>
          </a:p>
          <a:p>
            <a:pPr>
              <a:defRPr sz="2000" b="0">
                <a:solidFill>
                  <a:srgbClr val="596677"/>
                </a:solidFill>
              </a:defRPr>
            </a:pPr>
            <a:r>
              <a:t>Is the query time a problem?   —   measured: 0.17 ms per frame, 5,725x real time</a:t>
            </a:r>
          </a:p>
          <a:p>
            <a:pPr>
              <a:defRPr sz="1600" b="0">
                <a:solidFill>
                  <a:srgbClr val="596677"/>
                </a:solidFill>
              </a:defRPr>
            </a:pPr>
            <a:r>
              <a:t>Xinle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Inference cost per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4068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On an H200:  0.17 ms/frame  =  5,725 frames per second  =  5,725x real time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On the SAME CPU:  52x faster than the EnKF (2.51 vs 131 ms) — this is not a GPU effect</a:t>
            </a:r>
          </a:p>
          <a:p>
            <a:pPr>
              <a:spcAft>
                <a:spcPts val="600"/>
              </a:spcAft>
              <a:defRPr sz="1500">
                <a:solidFill>
                  <a:srgbClr val="20334D"/>
                </a:solidFill>
              </a:defRPr>
            </a:pPr>
            <a:r>
              <a:t>The EnKF's original implementation is slower than real time (2.6 s to process 1 s of data)</a:t>
            </a:r>
          </a:p>
        </p:txBody>
      </p:sp>
      <p:pic>
        <p:nvPicPr>
          <p:cNvPr id="4" name="Picture 3" descr="speed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5" y="1143000"/>
            <a:ext cx="91622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The EnKF's cost is its implementation, not its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334D"/>
                </a:solidFill>
              </a:defRPr>
            </a:pPr>
            <a:r>
              <a:t>Profiling one assimilation step — where the time goes: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96%   building the localization matrix — a table of distance weights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2%   the Kalman update itself, the actual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334D"/>
                </a:solidFill>
              </a:defRPr>
            </a:pPr>
            <a:r>
              <a:t>We vectorised that one function: 20x faster (2,631 -&gt; 131 ms/frame), output bit-identical.</a:t>
            </a:r>
          </a:p>
          <a:p>
            <a:pPr>
              <a:spcAft>
                <a:spcPts val="600"/>
              </a:spcAft>
              <a:defRPr sz="1700">
                <a:solidFill>
                  <a:srgbClr val="20334D"/>
                </a:solidFill>
              </a:defRPr>
            </a:pPr>
            <a:r>
              <a:t>So the comparison uses 131 ms, not 2,631 ms. The original project was not modified.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Reconstruction accuracy — held-out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0334D"/>
                </a:solidFill>
              </a:defRPr>
            </a:pPr>
            <a:r>
              <a:t>7 held-out days (2013-08-11 to 2013-09-29), 276,800 frames the models never trained on. Same days, same frames and the same physical bounds for every row. RMSE over the whole state — the convention the EnKF project uses for its own filter.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9436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4DVarNet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EnKF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every 4th frame observed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every frame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17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0.189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0.170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0175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0.243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20334D"/>
                </a:solidFill>
              </a:defRPr>
            </a:pPr>
            <a:r>
              <a:t>still running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34D"/>
                </a:solidFill>
              </a:defRPr>
            </a:pPr>
            <a:r>
              <a:t>Where this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334D"/>
                </a:solidFill>
              </a:defRPr>
            </a:pPr>
            <a:r>
              <a:t>Done: denser observations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moved from observing every 4th frame to every frame — RMSE 0.189 -&gt; 0.170 on the held-out days, 19% lower error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costs nothing at inference — the solver's runtime is unchanged</a:t>
            </a:r>
          </a:p>
          <a:p>
            <a:pPr>
              <a:spcBef>
                <a:spcPts val="900"/>
              </a:spcBef>
              <a:spcAft>
                <a:spcPts val="600"/>
              </a:spcAft>
              <a:defRPr sz="1700">
                <a:solidFill>
                  <a:srgbClr val="20334D"/>
                </a:solidFill>
              </a:defRPr>
            </a:pPr>
            <a:r>
              <a:t>Next: more model capacity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the GENN prior currently has 13,900 parameters</a:t>
            </a:r>
          </a:p>
          <a:p>
            <a:pPr lvl="1">
              <a:spcAft>
                <a:spcPts val="600"/>
              </a:spcAft>
              <a:defRPr sz="1500">
                <a:solidFill>
                  <a:srgbClr val="596677"/>
                </a:solidFill>
              </a:defRPr>
            </a:pPr>
            <a:r>
              <a:t>the paper's Lorenz-96 setup uses roughly 50,000 — there is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