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softmax question comes up: a classifier's softmax output is routinely read as confidence and the paper's Fig. 1 shows why that is wrong — a point far outside the training data can still be given probability 1. Confidence in a class is not confidence in the prediction. The regression case here is starker: there is not even a misleading number to point 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 terms are what makes this work. On its own the first drives sigma to zero and the model claims certainty everywhere; on its own the second inflates sigma and the model claims nothing. Their sum has one minimum, at sigma equal to the actual error.</a:t>
            </a:r>
          </a:p>
          <a:p/>
          <a:p>
            <a:r>
              <a:t>The paper is explicit that this costs accuracy — it optimises NLL, not MSE. Their Table 1 shows RMSE slipping against squared-error methods by a median of about 5.6%.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careful with the vocabulary if it is challenged. 'Aleatoric' strictly means irreducible given the measurement process — sensor noise qualifies, a cell no robot visited does not, since more robots would reduce it. Both nevertheless land in the first term, because a single network reports large sigma in either case. The split of the total variance is exact; the naming is a reading.</a:t>
            </a:r>
          </a:p>
          <a:p/>
          <a:p>
            <a:r>
              <a:t>The second term is the cleaner of the two: disagreement between models fitted to the same data is unambiguous, and it is what the paper's out-of-distribution experiments measure — it grows on inputs unlike anything seen in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question for the meeting, and the one thing only the supervisor can settle: deep ensembles is an uncertainty recipe that applies to any regressor, not a third reconstruction method. If the three-way benchmark is meant to compare three independent RECONSTRUCTION methods, that is a different literature search and it should start now.</a:t>
            </a:r>
          </a:p>
          <a:p/>
          <a:p>
            <a:r>
              <a:t>If asked why not a Bayesian neural network: the paper's own argument is cost and intrusion — parameters double, the training procedure changes, and on their benchmarks it did not come out ahead.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28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334D"/>
                </a:solidFill>
              </a:defRPr>
            </a:pPr>
            <a:r>
              <a:t>Deep Ensembles — what applies to our reconstruction</a:t>
            </a:r>
          </a:p>
          <a:p>
            <a:pPr>
              <a:defRPr sz="2000" b="0">
                <a:solidFill>
                  <a:srgbClr val="596677"/>
                </a:solidFill>
              </a:defRPr>
            </a:pPr>
            <a:r>
              <a:t>Lakshminarayanan, Pritzel &amp; Blundell, NeurIPS 2017  (arXiv:1612.01474)</a:t>
            </a:r>
          </a:p>
          <a:p>
            <a:pPr>
              <a:defRPr sz="1600" b="0">
                <a:solidFill>
                  <a:srgbClr val="596677"/>
                </a:solidFill>
              </a:defRPr>
            </a:pPr>
            <a:r>
              <a:t>Xinle Zhang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34D"/>
                </a:solidFill>
              </a:defRPr>
            </a:pPr>
            <a:r>
              <a:t>Where we start: the model has no uncertainty to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0334D"/>
                </a:solidFill>
              </a:defRPr>
            </a:pPr>
            <a:r>
              <a:t>Our 4DVarNet is trained on 4DVarNet's Eq. 14 — the plain squared error between the reconstruction and the truth.</a:t>
            </a:r>
          </a:p>
          <a:p>
            <a:pPr>
              <a:spcBef>
                <a:spcPts val="900"/>
              </a:spcBef>
              <a:spcAft>
                <a:spcPts val="600"/>
              </a:spcAft>
              <a:defRPr sz="1600">
                <a:solidFill>
                  <a:srgbClr val="20334D"/>
                </a:solidFill>
              </a:defRPr>
            </a:pPr>
            <a:r>
              <a:t>Squared error constrains the MEAN and nothing else. There is no second output, and no term in the objective that any second output could have been fitted against.</a:t>
            </a:r>
          </a:p>
          <a:p>
            <a:pPr>
              <a:spcBef>
                <a:spcPts val="900"/>
              </a:spcBef>
              <a:spcAft>
                <a:spcPts val="600"/>
              </a:spcAft>
              <a:defRPr sz="1600">
                <a:solidFill>
                  <a:srgbClr val="20334D"/>
                </a:solidFill>
              </a:defRPr>
            </a:pPr>
            <a:r>
              <a:t>So the gap is not that we have not computed the uncertainty yet. It is that a model trained this way has no quantity that represents it — which is why it cannot be added as a post-processing step, and why the change has to reach the training objective.</a:t>
            </a:r>
          </a:p>
          <a:p>
            <a:pPr>
              <a:spcBef>
                <a:spcPts val="900"/>
              </a:spcBef>
              <a:spcAft>
                <a:spcPts val="600"/>
              </a:spcAft>
              <a:defRPr sz="1600">
                <a:solidFill>
                  <a:srgbClr val="20334D"/>
                </a:solidFill>
              </a:defRPr>
            </a:pPr>
            <a:r>
              <a:t>What follows is what the paper offers for exactly this situation, and how much of our existing model it would disturb.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34D"/>
                </a:solidFill>
              </a:defRPr>
            </a:pPr>
            <a:r>
              <a:t>What the paper proposes instead  (their Eq.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50">
                <a:solidFill>
                  <a:srgbClr val="20334D"/>
                </a:solidFill>
              </a:defRPr>
            </a:pPr>
            <a:r>
              <a:t>The network emits two values per output — a mean and a variance — and the target is treated as a draw from N(μ, σ²).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98348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50">
                <a:solidFill>
                  <a:srgbClr val="20334D"/>
                </a:solidFill>
              </a:defRPr>
            </a:pPr>
            <a:r>
              <a:t>σ² is kept positive with a softplus and floored at a small minimum variance for numerical stability.</a:t>
            </a:r>
          </a:p>
          <a:p>
            <a:pPr>
              <a:spcAft>
                <a:spcPts val="600"/>
              </a:spcAft>
              <a:defRPr sz="1450">
                <a:solidFill>
                  <a:srgbClr val="20334D"/>
                </a:solidFill>
              </a:defRPr>
            </a:pPr>
            <a:r>
              <a:t>It is heteroscedastic: σ² is a function of the input, so the model can be confident in some cells and not in others, instead of quoting one error bar for the whole field.</a:t>
            </a:r>
          </a:p>
        </p:txBody>
      </p:sp>
      <p:pic>
        <p:nvPicPr>
          <p:cNvPr id="5" name="Picture 4" descr="de_eq_n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78" y="1691640"/>
            <a:ext cx="10384163" cy="30998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34D"/>
                </a:solidFill>
              </a:defRPr>
            </a:pPr>
            <a:r>
              <a:t>The second thing worth taking: what the uncertainty is made 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8920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50">
                <a:solidFill>
                  <a:srgbClr val="20334D"/>
                </a:solidFill>
              </a:defRPr>
            </a:pPr>
            <a:r>
              <a:t>First term: the average of what each network itself reports it cannot account for. Adding members does not reduce it. Second term: how far the networks' means are from each other on the same input — it shrinks as they come to agree.</a:t>
            </a:r>
          </a:p>
        </p:txBody>
      </p:sp>
      <p:pic>
        <p:nvPicPr>
          <p:cNvPr id="4" name="Picture 3" descr="de_eq_comb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0" y="1417320"/>
            <a:ext cx="10403798" cy="32735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34D"/>
                </a:solidFill>
              </a:defRPr>
            </a:pPr>
            <a:r>
              <a:t>What we would not take, and what it costs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0334D"/>
                </a:solidFill>
              </a:defRPr>
            </a:pPr>
            <a:r>
              <a:t>Not taken — adversarial training (their Sec. 2.3)</a:t>
            </a:r>
          </a:p>
          <a:p>
            <a:pPr lvl="1">
              <a:spcAft>
                <a:spcPts val="600"/>
              </a:spcAft>
              <a:defRPr sz="1300">
                <a:solidFill>
                  <a:srgbClr val="596677"/>
                </a:solidFill>
              </a:defRPr>
            </a:pPr>
            <a:r>
              <a:t>it is step 2 of their recipe but optional, and their Table 2 states it does not significantly help on the regression benchmarks</a:t>
            </a:r>
          </a:p>
          <a:p>
            <a:pPr lvl="1">
              <a:spcAft>
                <a:spcPts val="600"/>
              </a:spcAft>
              <a:defRPr sz="1300">
                <a:solidFill>
                  <a:srgbClr val="596677"/>
                </a:solidFill>
              </a:defRPr>
            </a:pPr>
            <a:r>
              <a:t>its input perturbation, a step along the sign of the loss gradient, also has no clear reading on an observation field: our inputs are a measured state and a mask, not free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0334D"/>
                </a:solidFill>
              </a:defRPr>
            </a:pPr>
            <a:r>
              <a:t>What it costs</a:t>
            </a:r>
          </a:p>
          <a:p>
            <a:pPr lvl="1">
              <a:spcAft>
                <a:spcPts val="600"/>
              </a:spcAft>
              <a:defRPr sz="1300">
                <a:solidFill>
                  <a:srgbClr val="596677"/>
                </a:solidFill>
              </a:defRPr>
            </a:pPr>
            <a:r>
              <a:t>M independent trainings and M forward passes at inference; the paper recommends M = 5 and reports diminishing returns beyond it</a:t>
            </a:r>
          </a:p>
          <a:p>
            <a:pPr lvl="1">
              <a:spcAft>
                <a:spcPts val="600"/>
              </a:spcAft>
              <a:defRPr sz="1300">
                <a:solidFill>
                  <a:srgbClr val="596677"/>
                </a:solidFill>
              </a:defRPr>
            </a:pPr>
            <a:r>
              <a:t>accuracy: the objective optimises NLL rather than squared error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